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54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your role. Highlight the use of TensorFlow and MNIST dataset. The visual should set a professional AI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goal of generating digits and the dataset used. Emphasize the scale and structure of MNIST for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two-network system. Use the diagram to visually reinforce how the Generator and Discriminator interact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step-by-step process. Highlight the iterative nature of training and evaluation in GANs.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progression of image quality. Emphasize how the GAN learned to generate more realistic digits with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key challenges like instability and tuning. Conclude with the project's success in generating digits and the skills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532597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Handwritten Digit Generator using GAN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using TensorFlow and MNIST Dataset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 and Dataset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2956" cy="4389120"/>
          </a:xfrm>
          <a:prstGeom prst="roundRect">
            <a:avLst>
              <a:gd name="adj" fmla="val 2500"/>
            </a:avLst>
          </a:prstGeom>
          <a:solidFill>
            <a:srgbClr val="1B1E26"/>
          </a:solidFill>
          <a:ln w="12700">
            <a:solidFill>
              <a:srgbClr val="1B1E2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99719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handwritten digit images using GAN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adversarial learning principles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Generator and Discriminator together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generated images during training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77356" y="1554480"/>
            <a:ext cx="5362956" cy="4389120"/>
          </a:xfrm>
          <a:prstGeom prst="roundRect">
            <a:avLst>
              <a:gd name="adj" fmla="val 2500"/>
            </a:avLst>
          </a:prstGeom>
          <a:solidFill>
            <a:srgbClr val="1B1E26"/>
          </a:solidFill>
          <a:ln w="12700">
            <a:solidFill>
              <a:srgbClr val="1B1E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737360"/>
            <a:ext cx="499719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MNIST Dataset: 60,000 training images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 testing images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size: 28×28 grayscale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Digits 0–9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54396" cy="4389120"/>
          </a:xfrm>
          <a:prstGeom prst="roundRect">
            <a:avLst>
              <a:gd name="adj" fmla="val 2500"/>
            </a:avLst>
          </a:prstGeom>
          <a:solidFill>
            <a:srgbClr val="1B1E26"/>
          </a:solidFill>
          <a:ln w="12700">
            <a:solidFill>
              <a:srgbClr val="1B1E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54396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8796" y="1554480"/>
            <a:ext cx="545439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Generator: Creates fake digits from random noise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Discriminator: Classifies real vs. fake images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Generator fools Discriminator over time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453375-6DE9-8058-76DC-4D1A764E2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79"/>
            <a:ext cx="5463099" cy="43891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16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2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and preprocess MNIST dataset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2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Generator and Discriminator models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2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GAN with adversarial learning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2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save digit images per epoch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2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outputs and save final models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457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54396" cy="4389120"/>
          </a:xfrm>
          <a:prstGeom prst="roundRect">
            <a:avLst>
              <a:gd name="adj" fmla="val 2500"/>
            </a:avLst>
          </a:prstGeom>
          <a:solidFill>
            <a:srgbClr val="1B1E26"/>
          </a:solidFill>
          <a:ln w="12700">
            <a:solidFill>
              <a:srgbClr val="1B1E2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54396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8796" y="1554480"/>
            <a:ext cx="545439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clarified over 50 epochs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Generator and Discriminator models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realistic digit generation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7EB842-E47C-9189-8750-26DF6E6E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1"/>
            <a:ext cx="5455458" cy="43891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37744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5F9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and Conclusion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Challenges: Training instability, balancing networks, noisy early outputs, hyperparameter tuningConclusion: Implemented GAN, generated realistic digits, completed TensorFlow workflow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281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Generator using GAN</dc:title>
  <dc:subject>PptxGenJS Presentation</dc:subject>
  <dc:creator>PptxGenJS</dc:creator>
  <cp:lastModifiedBy>Dishant Vekariya</cp:lastModifiedBy>
  <cp:revision>4</cp:revision>
  <dcterms:created xsi:type="dcterms:W3CDTF">2026-07-10T09:34:15Z</dcterms:created>
  <dcterms:modified xsi:type="dcterms:W3CDTF">2026-07-10T09:52:30Z</dcterms:modified>
</cp:coreProperties>
</file>